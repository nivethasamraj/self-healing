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Relationship Id="rId14" Type="http://schemas.openxmlformats.org/officeDocument/2006/relationships/image" Target="../media/logo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logo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61520" cy="2697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KNITWELL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Test Automation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· TypeScript · Azure OpenAI GPT-4.1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89720" y="41148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CCFBF1">
              <a:alpha val="90000"/>
            </a:srgbClr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65836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that repair themselves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FALLBACK CHAIN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029200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DB Primary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22960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locator resolved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from elements table</a:t>
            </a:r>
            <a:endParaRPr lang="en-US" sz="11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184" y="5426964"/>
            <a:ext cx="274320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105656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5029200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65776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Smart Locators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379976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→ testId → text → css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xpath, matchIndex .nth()</a:t>
            </a:r>
            <a:endParaRPr lang="en-US" sz="11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5426964"/>
            <a:ext cx="274320" cy="25603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662672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5029200"/>
            <a:ext cx="566928" cy="5669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22792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AI Healing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7936992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 vision + DOM context,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confidence-gated</a:t>
            </a:r>
            <a:endParaRPr lang="en-US" sz="1150" dirty="0"/>
          </a:p>
        </p:txBody>
      </p:sp>
      <p:sp>
        <p:nvSpPr>
          <p:cNvPr id="24" name="Text 16"/>
          <p:cNvSpPr/>
          <p:nvPr/>
        </p:nvSpPr>
        <p:spPr>
          <a:xfrm>
            <a:off x="54864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DELIVERS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548640" y="2295144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2395728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143000" y="22585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Self-correcting suite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1143000" y="25511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tiers absorb most UI changes; AI handles novel breaks.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3090672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143000" y="2953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flakiness &amp; upkeep</a:t>
            </a:r>
            <a:endParaRPr lang="en-US" sz="1400" dirty="0"/>
          </a:p>
        </p:txBody>
      </p:sp>
      <p:sp>
        <p:nvSpPr>
          <p:cNvPr id="32" name="Text 22"/>
          <p:cNvSpPr/>
          <p:nvPr/>
        </p:nvSpPr>
        <p:spPr>
          <a:xfrm>
            <a:off x="114300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manual selector maintenance and false failures substantially.</a:t>
            </a:r>
            <a:endParaRPr lang="en-US" sz="1150" dirty="0"/>
          </a:p>
        </p:txBody>
      </p:sp>
      <p:sp>
        <p:nvSpPr>
          <p:cNvPr id="33" name="Shape 23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3785616"/>
            <a:ext cx="256032" cy="25603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143000" y="36484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end-to-end</a:t>
            </a:r>
            <a:endParaRPr lang="en-US" sz="1400" dirty="0"/>
          </a:p>
        </p:txBody>
      </p:sp>
      <p:sp>
        <p:nvSpPr>
          <p:cNvPr id="36" name="Text 25"/>
          <p:cNvSpPr/>
          <p:nvPr/>
        </p:nvSpPr>
        <p:spPr>
          <a:xfrm>
            <a:off x="1143000" y="39410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against the live Ann Taylor staging funnel.</a:t>
            </a:r>
            <a:endParaRPr lang="en-US" sz="1150" dirty="0"/>
          </a:p>
        </p:txBody>
      </p:sp>
      <p:sp>
        <p:nvSpPr>
          <p:cNvPr id="37" name="Shape 26"/>
          <p:cNvSpPr/>
          <p:nvPr/>
        </p:nvSpPr>
        <p:spPr>
          <a:xfrm>
            <a:off x="6355080" y="1874520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1112" y="2121408"/>
            <a:ext cx="384048" cy="38404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7132320" y="20391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40" name="Text 28"/>
          <p:cNvSpPr/>
          <p:nvPr/>
        </p:nvSpPr>
        <p:spPr>
          <a:xfrm>
            <a:off x="7132320" y="23317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healed locators back to the elements table — AI cost &amp; latency decay as the suite matures.</a:t>
            </a:r>
            <a:endParaRPr lang="en-US" sz="1150" dirty="0"/>
          </a:p>
        </p:txBody>
      </p:sp>
      <p:sp>
        <p:nvSpPr>
          <p:cNvPr id="41" name="Shape 29"/>
          <p:cNvSpPr/>
          <p:nvPr/>
        </p:nvSpPr>
        <p:spPr>
          <a:xfrm>
            <a:off x="6355080" y="3154680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1112" y="3401568"/>
            <a:ext cx="384048" cy="384048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7132320" y="33192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44" name="Text 31"/>
          <p:cNvSpPr/>
          <p:nvPr/>
        </p:nvSpPr>
        <p:spPr>
          <a:xfrm>
            <a:off x="7132320" y="36118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iframe traversal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healing across nested frame contexts. 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DOM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piercing shadow roots where standard locators fail.</a:t>
            </a:r>
            <a:endParaRPr lang="en-US" sz="1150" dirty="0"/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77696" y="694842"/>
            <a:ext cx="548640" cy="646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rand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8760" y="2513584"/>
            <a:ext cx="1554480" cy="18308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Knitwell Self-Healing Framework</dc:title>
  <dc:subject>PptxGenJS Presentation</dc:subject>
  <dc:creator>Sivanesan</dc:creator>
  <cp:lastModifiedBy>Sivanesan</cp:lastModifiedBy>
  <cp:revision>1</cp:revision>
  <dcterms:created xsi:type="dcterms:W3CDTF">2026-06-17T07:36:54Z</dcterms:created>
  <dcterms:modified xsi:type="dcterms:W3CDTF">2026-06-17T07:36:54Z</dcterms:modified>
</cp:coreProperties>
</file>