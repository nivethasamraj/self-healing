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9"/>
    <p:sldId id="257" r:id="rId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Relationship Id="rId14" Type="http://schemas.openxmlformats.org/officeDocument/2006/relationships/image" Target="../media/logo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logo.png"/><Relationship Id="rId2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logo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KNITWELL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Test Automation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· TypeScript · Azure OpenAI GPT-4.1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89720" y="41148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CCFBF1">
              <a:alpha val="90000"/>
            </a:srgbClr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6583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repair themselves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DB Primary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locator resolved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from elements table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65776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Smart Locators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→ testId → text → css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xpath, matchIndex .nth()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 Healing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vision + DOM context,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confidence-gated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tiers absorb most UI changes; AI handles novel breaks.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flakiness &amp; upkeep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manual selector maintenance and false failures substantially.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941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against the live Ann Taylor staging funnel.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6355080" y="18745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2121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3232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132320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healed locators back to the elements table — AI cost &amp; latency decay as the suite matures.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6355080" y="315468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401568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3319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traversal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healing across nested frame contexts. 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piercing shadow roots where standard locators fail.</a:t>
            </a:r>
            <a:endParaRPr lang="en-US" sz="1150" dirty="0"/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77696" y="694842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760" y="2513584"/>
            <a:ext cx="1554480" cy="18308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457200" y="430000"/>
            <a:ext cx="70000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/>
                <a:cs typeface="Arial"/>
              </a:rPr>
              <a:t>KNITWELL</a:t>
            </a:r>
          </a:p>
        </p:txBody>
      </p:sp>
      <p:sp>
        <p:nvSpPr>
          <p:cNvPr id="11" name="Title"/>
          <p:cNvSpPr/>
          <p:nvPr/>
        </p:nvSpPr>
        <p:spPr>
          <a:xfrm>
            <a:off x="457200" y="760000"/>
            <a:ext cx="96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mbria"/>
                <a:cs typeface="Cambria"/>
              </a:rPr>
              <a:t>Maintenance &amp; Shadowing — Progress Update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717200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/>
                <a:cs typeface="Arial"/>
              </a:rPr>
              <a:t>MAINTENANCE &amp; SHADOWING ACTIVITIES</a:t>
            </a:r>
          </a:p>
        </p:txBody>
      </p:sp>
      <p:sp>
        <p:nvSpPr>
          <p:cNvPr id="22" name="Left Body"/>
          <p:cNvSpPr/>
          <p:nvPr/>
        </p:nvSpPr>
        <p:spPr>
          <a:xfrm>
            <a:off x="717200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Received KT from the Everest team on test suites across all brands — suite ownership, execution strategy, and Jenkins auto-scheduled jobs.</a:t>
            </a:r>
          </a:p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Understood daily execution processes, regression cycles, and automation maintenance workflows.</a:t>
            </a:r>
          </a:p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Analyzing daily Sanity Suite failures and performing RCA across automation, environment, and application issues.</a:t>
            </a:r>
          </a:p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Investigating and resolving Regression Suite failures to improve stability and execution reliability.</a:t>
            </a:r>
          </a:p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Raised PRs for automation fixes covering both Desktop and Mobile test scenarios.</a:t>
            </a:r>
          </a:p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Collaborated with the team on framework components, execution dependencies, and reporting mechanisms.</a:t>
            </a:r>
          </a:p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Improved suite health by addressing script issues and validating fixes through re-execution.</a:t>
            </a:r>
          </a:p>
          <a:p>
            <a:pPr indent="-182880" marL="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Began reporting application bugs to the functional team to raise defects in JIRA.</a:t>
            </a: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505352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Arial"/>
                <a:cs typeface="Arial"/>
              </a:rPr>
              <a:t>REGRESSION SUITE — SPRINT 26.16 / 26.17</a:t>
            </a:r>
          </a:p>
        </p:txBody>
      </p:sp>
      <p:sp>
        <p:nvSpPr>
          <p:cNvPr id="32" name="Right Body"/>
          <p:cNvSpPr/>
          <p:nvPr/>
        </p:nvSpPr>
        <p:spPr>
          <a:xfrm>
            <a:off x="6505352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-182880" marL="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Automation scripting completed in Sprint 26.16 for AT and Loft — both Desktop and Mobile Web.</a:t>
            </a:r>
          </a:p>
          <a:p>
            <a:pPr indent="-182880" marL="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Jenkins job triggered, achieving an </a:t>
            </a:r>
            <a:r>
              <a:rPr lang="en-US" sz="1100" b="1" dirty="0">
                <a:solidFill>
                  <a:srgbClr val="0F766E"/>
                </a:solidFill>
                <a:latin typeface="Arial"/>
                <a:cs typeface="Arial"/>
              </a:rPr>
              <a:t>84–85% pass rate</a:t>
            </a: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.</a:t>
            </a:r>
          </a:p>
          <a:p>
            <a:pPr indent="-182880" marL="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Report shared with the Everest Automation team for approval on </a:t>
            </a:r>
            <a:r>
              <a:rPr lang="en-US" sz="1100" b="1" dirty="0">
                <a:solidFill>
                  <a:srgbClr val="0F2742"/>
                </a:solidFill>
                <a:latin typeface="Arial"/>
                <a:cs typeface="Arial"/>
              </a:rPr>
              <a:t>PR #1652</a:t>
            </a: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.</a:t>
            </a:r>
          </a:p>
          <a:p>
            <a:pPr indent="-182880" marL="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Failures observed with Hover functionality in existing and new test steps — under investigation for earliest resolution.</a:t>
            </a:r>
          </a:p>
          <a:p>
            <a:pPr indent="-182880" marL="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Received TC update for Sprint 26.17 following Everest Functional team review and approval.</a:t>
            </a:r>
          </a:p>
          <a:p>
            <a:pPr indent="-182880" marL="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/>
                <a:cs typeface="Arial"/>
              </a:rPr>
              <a:t>Started analysis on Sprint 26.17 TCs to plan automation scripting.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1</cp:revision>
  <dcterms:created xsi:type="dcterms:W3CDTF">2026-06-17T07:36:54Z</dcterms:created>
  <dcterms:modified xsi:type="dcterms:W3CDTF">2026-06-17T07:36:54Z</dcterms:modified>
</cp:coreProperties>
</file>