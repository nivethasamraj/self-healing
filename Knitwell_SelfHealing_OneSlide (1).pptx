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544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AF936-A2DC-4DD4-2F79-25EAC8E87793}" v="71" dt="2026-06-17T09:16:29.743"/>
    <p1510:client id="{E7D0250F-B087-D292-D721-8A43D11C66BA}" v="79" dt="2026-06-17T07:42:59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7AC1A-081C-41ED-85CC-09942CC5DF67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61982-6294-4BA6-8D81-DE817CA203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4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1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72427"/>
            <a:ext cx="12185332" cy="292369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5EEAD4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Self-Healing Test Automation</a:t>
            </a:r>
            <a:endParaRPr lang="en-US" sz="3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· TypeScript · Azure OpenAI GPT-4.1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89720" y="41148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0D9488">
              <a:alpha val="82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6583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12680" y="566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repair themselves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12E4D"/>
          </a:solidFill>
          <a:ln w="15875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locator resolved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from elements table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12E4D"/>
          </a:solidFill>
          <a:ln w="15875">
            <a:solidFill>
              <a:srgbClr val="F0B42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role → </a:t>
            </a:r>
            <a:r>
              <a:rPr lang="en-US" sz="1150" dirty="0" err="1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150" dirty="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 → text → </a:t>
            </a:r>
            <a:r>
              <a:rPr lang="en-US" sz="1150" dirty="0" err="1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150" dirty="0" err="1">
              <a:latin typeface="Arial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en-US" sz="1150" dirty="0" err="1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xpath,pla</a:t>
            </a:r>
            <a:r>
              <a:rPr lang="en-US" sz="1150" dirty="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ceholder</a:t>
            </a:r>
          </a:p>
          <a:p>
            <a:pPr>
              <a:lnSpc>
                <a:spcPct val="105000"/>
              </a:lnSpc>
            </a:pPr>
            <a:endParaRPr lang="en-US" sz="1150" dirty="0">
              <a:solidFill>
                <a:srgbClr val="CBD5E1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12E4D"/>
          </a:solidFill>
          <a:ln w="15875">
            <a:solidFill>
              <a:srgbClr val="EF6B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5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GPT-4.1 vision + DOM context, visual information - 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confidence-gated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tiers absorb most UI changes; AI handles novel breaks.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flakiness &amp; upkeep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manual selector maintenance and false failures substantially.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786283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against the live Ann Taylor staging funnel.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12E4D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50" dirty="0">
                <a:solidFill>
                  <a:srgbClr val="CBD5E1"/>
                </a:solidFill>
                <a:latin typeface="Arial"/>
                <a:ea typeface="Arial" pitchFamily="34" charset="-122"/>
                <a:cs typeface="Arial"/>
              </a:rPr>
              <a:t>Write healed locators back to the elements table and exclusive dashboards for self healing are underway</a:t>
            </a:r>
          </a:p>
          <a:p>
            <a:pPr>
              <a:lnSpc>
                <a:spcPct val="105000"/>
              </a:lnSpc>
            </a:pPr>
            <a:endParaRPr lang="en-US" sz="1150" dirty="0">
              <a:solidFill>
                <a:srgbClr val="CBD5E1"/>
              </a:solidFill>
              <a:latin typeface="Arial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12E4D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traversal</a:t>
            </a: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healing across nested frame contexts.   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</a:t>
            </a: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piercing shadow roots where standard locators fail.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265508" y="2000048"/>
            <a:ext cx="231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000000"/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643E8-602E-A5CC-F3C0-4E27C5868ACF}"/>
              </a:ext>
            </a:extLst>
          </p:cNvPr>
          <p:cNvSpPr txBox="1"/>
          <p:nvPr/>
        </p:nvSpPr>
        <p:spPr>
          <a:xfrm>
            <a:off x="3048000" y="3429000"/>
            <a:ext cx="609600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 i="0" u="none" strike="noStrike" baseline="0">
                <a:solidFill>
                  <a:srgbClr val="FFFFFF"/>
                </a:solidFill>
                <a:latin typeface="Cambria"/>
              </a:rPr>
              <a:t>Self-Healing Test Automation</a:t>
            </a:r>
            <a:endParaRPr lang="en-US"/>
          </a:p>
          <a:p>
            <a:pPr algn="ctr"/>
            <a:r>
              <a:rPr lang="en-US" sz="3400" b="1">
                <a:solidFill>
                  <a:srgbClr val="FFFFFF"/>
                </a:solidFill>
                <a:latin typeface="Cambria"/>
                <a:ea typeface="Cambria"/>
              </a:rPr>
              <a:t>Self-Healing Test Automation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2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30</cp:revision>
  <dcterms:created xsi:type="dcterms:W3CDTF">2026-06-17T07:36:54Z</dcterms:created>
  <dcterms:modified xsi:type="dcterms:W3CDTF">2026-06-17T09:16:44Z</dcterms:modified>
</cp:coreProperties>
</file>