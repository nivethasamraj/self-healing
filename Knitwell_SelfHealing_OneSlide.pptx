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KNITWELL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 Test Automation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TypeScript · Azure OpenAI GPT-4.1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89720" y="41148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0D9488">
              <a:alpha val="82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6583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12680" y="5669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repair themselves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DB Primary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locator resolved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from elements table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65776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Smart Locators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→ testId → text → css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xpath, matchIndex .nth()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112E4D"/>
          </a:solidFill>
          <a:ln w="15875">
            <a:solidFill>
              <a:srgbClr val="EF6B6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AI Healing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 vision + DOM context,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confidence-gated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tiers absorb most UI changes; AI handles novel breaks.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flakiness &amp; upkeep</a:t>
            </a:r>
            <a:endParaRPr lang="en-US" sz="1400" dirty="0"/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manual selector maintenance and false failures substantially.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D9488">
              <a:alpha val="75000"/>
            </a:srgbClr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941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against the live Ann Taylor staging funnel.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6355080" y="18745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12E4D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112" y="2121408"/>
            <a:ext cx="384048" cy="3840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132320" y="2039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7132320" y="23317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healed locators back to the elements table — AI cost &amp; latency decay as the suite matures.</a:t>
            </a:r>
            <a:endParaRPr lang="en-US" sz="1150" dirty="0"/>
          </a:p>
        </p:txBody>
      </p:sp>
      <p:sp>
        <p:nvSpPr>
          <p:cNvPr id="41" name="Shape 29"/>
          <p:cNvSpPr/>
          <p:nvPr/>
        </p:nvSpPr>
        <p:spPr>
          <a:xfrm>
            <a:off x="6355080" y="315468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12E4D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401568"/>
            <a:ext cx="384048" cy="38404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132320" y="3319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iframe traversal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healing across nested frame contexts.   </a:t>
            </a:r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piercing shadow roots where standard locators fail.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1</cp:revision>
  <dcterms:created xsi:type="dcterms:W3CDTF">2026-06-17T07:36:54Z</dcterms:created>
  <dcterms:modified xsi:type="dcterms:W3CDTF">2026-06-17T07:36:54Z</dcterms:modified>
</cp:coreProperties>
</file>