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AI-Augmented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Self-Healing Test Automation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1828800" cy="411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fix themselves when the UI changes — so your suite stays trustworthy.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Briefing  ·  Proof of Concept Validated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test failures aren't real defects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broken locators — and they cost you every release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640080" cy="6400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Brittle by design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points to an element by a single address. Rename an id or restyle a class and the test breaks — even though the feature works perfectly.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2544" y="23774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2697480"/>
            <a:ext cx="640080" cy="6400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72584" y="3520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UI churn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72584" y="4069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apps change all the time. Component libraries regenerate names, redesigns reshuffle the page. Every change can turn the suite red.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65008" y="23774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5048" y="2697480"/>
            <a:ext cx="640080" cy="6400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85048" y="3520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buries signal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85048" y="4069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burn hours triaging false failures, lose trust in the suite, and start ignoring it — so the real defects slip through.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layer that heals broken locators automatically</a:t>
            </a:r>
            <a:endParaRPr lang="en-US" sz="3400" dirty="0"/>
          </a:p>
        </p:txBody>
      </p:sp>
      <p:pic>
        <p:nvPicPr>
          <p:cNvPr id="4" name="Image 0" descr="/home/claude/deck/img/before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10424160" cy="4416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AI is the last resort, not the default</a:t>
            </a:r>
            <a:endParaRPr lang="en-US" sz="3200" dirty="0"/>
          </a:p>
        </p:txBody>
      </p:sp>
      <p:pic>
        <p:nvPicPr>
          <p:cNvPr id="5" name="Image 0" descr="/home/claude/deck/img/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1078992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phases: learn the page, then heal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records a rich baseline while tests are green; the engine uses it to resolve and heal at runtime</a:t>
            </a:r>
            <a:endParaRPr lang="en-US" sz="1500" dirty="0"/>
          </a:p>
        </p:txBody>
      </p:sp>
      <p:pic>
        <p:nvPicPr>
          <p:cNvPr id="5" name="Image 0" descr="/home/claude/deck/im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9692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heals what's safe — and refuses what isn't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F4FAF5"/>
          </a:solidFill>
          <a:ln w="12700">
            <a:solidFill>
              <a:srgbClr val="CFE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63347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5420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Exactly one match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96265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healed locator must point to one — and only one — visible element. Zero or many matches are rejected, so it never clicks the wrong thing.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F4FAF5"/>
          </a:solidFill>
          <a:ln w="12700">
            <a:solidFill>
              <a:srgbClr val="CFE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263347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23760" y="25420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gated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suggestion below a confidence bar is discarded, not trusted.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F4FAF5"/>
          </a:solidFill>
          <a:ln w="12700">
            <a:solidFill>
              <a:srgbClr val="CFE6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59943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581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507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only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92861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ids and position-based locators are rejected — they'd just break again.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25196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F4FAF5"/>
          </a:solidFill>
          <a:ln w="12700">
            <a:solidFill>
              <a:srgbClr val="CFE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59943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581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4507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defects still fail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928616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feature is genuinely gone, there's nothing to heal to. The test fails, as it should.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broke it on purpose — then watched it recover</a:t>
            </a:r>
            <a:endParaRPr lang="en-US" sz="3100" dirty="0"/>
          </a:p>
        </p:txBody>
      </p:sp>
      <p:pic>
        <p:nvPicPr>
          <p:cNvPr id="5" name="Image 0" descr="/home/claude/deck/img/metho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10515600" cy="2505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 realistic 15-step e-commerce checkout journey — browse, select, add to cart, apply promo, check out.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observed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F4FAF5"/>
          </a:solidFill>
          <a:ln w="19050">
            <a:solidFill>
              <a:srgbClr val="CFE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677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74520" y="23957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Healing works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stored locator deliberately broken, the AI tier recovered uniquely-identifiable elements — proposing working locators that passed all safety gates.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continued to completion. Screenshots and page context were captured and stored as designed.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EEF3FB"/>
          </a:solidFill>
          <a:ln w="19050">
            <a:solidFill>
              <a:srgbClr val="CBD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28600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677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06640" y="23957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was one of twelve identical product links — with no unique, stable way to tell them apart.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refused to heal rather than guess. That safe refusal is a feature: a system that guesses is more dangerous than one that stops.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 of concept to production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9584" cy="384048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3529584" cy="3383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credentials into managed secrets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locators as structured data for robust rebuilding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148840"/>
            <a:ext cx="3529584" cy="384048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14884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2468880"/>
            <a:ext cx="3529584" cy="3383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2148840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3017520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heal found the right element, not just a unique one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successful AI heals back into storage — the system learns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anchoring for list &amp; grid items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148840"/>
            <a:ext cx="3529584" cy="384048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2148840"/>
            <a:ext cx="3529584" cy="658368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65008" y="2468880"/>
            <a:ext cx="3529584" cy="3383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2148840"/>
            <a:ext cx="3529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017520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embedded frames &amp; richer interactions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dashboard: healing rate, AI usage, confidence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 around AI calls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Test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noise. More signal.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suite you can trust again.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1828800" cy="411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20624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Heals broken locators automatically through cosmetic UI change</a:t>
            </a:r>
            <a:endParaRPr lang="en-US" sz="1800" dirty="0"/>
          </a:p>
          <a:p>
            <a:pPr marL="203200" indent="-2032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AI only as a last resort — fast, low-cost, auditable</a:t>
            </a:r>
            <a:endParaRPr lang="en-US" sz="1800" dirty="0"/>
          </a:p>
          <a:p>
            <a:pPr marL="203200" indent="-2032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guess when no safe locator exists, so real defects still surface</a:t>
            </a:r>
            <a:endParaRPr lang="en-US" sz="1800" dirty="0"/>
          </a:p>
          <a:p>
            <a:pPr marL="203200" indent="-203200">
              <a:lnSpc>
                <a:spcPts val="24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end-to-end; ready for a hardening &amp; production phase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Self-Healing Test Automation</dc:title>
  <dc:subject>PptxGenJS Presentation</dc:subject>
  <dc:creator>Quality Engineering</dc:creator>
  <cp:lastModifiedBy>Quality Engineering</cp:lastModifiedBy>
  <cp:revision>1</cp:revision>
  <dcterms:created xsi:type="dcterms:W3CDTF">2026-06-04T21:34:49Z</dcterms:created>
  <dcterms:modified xsi:type="dcterms:W3CDTF">2026-06-04T21:34:49Z</dcterms:modified>
</cp:coreProperties>
</file>