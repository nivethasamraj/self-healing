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94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TypeScript  •  Resilient automation that recovers from UI drift instead of breaking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HEALS  —  3-TIER FALLBACK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715768"/>
            <a:ext cx="493776" cy="493776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8163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551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DB Locator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620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selector persisted in the database. Fastest, deterministic path.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648456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9808" y="3941064"/>
            <a:ext cx="493776" cy="493776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416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7764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Smart Locators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40873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CSS/XPath, attribute &amp; text heuristics. Including placeholder, role, </a:t>
            </a:r>
            <a:r>
              <a:rPr lang="en-US" sz="105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testid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87375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49808" y="5166360"/>
            <a:ext cx="493776" cy="493776"/>
          </a:xfrm>
          <a:prstGeom prst="ellipse">
            <a:avLst/>
          </a:prstGeom>
          <a:solidFill>
            <a:srgbClr val="02C39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6694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5001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AI Healing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53126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GPT-4.1 inspects live DOM, returns a self-verified locator only when lower tiers miss.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OVER MANUAL AUTOMATION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0" y="242316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261518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25420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adapt to UI drift instead of hard-failing</a:t>
            </a:r>
            <a:endParaRPr lang="en-US" sz="11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02666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295351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Self-corrects — far less selector maintenance</a:t>
            </a:r>
            <a:endParaRPr lang="en-US" sz="11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3438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36499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flakiness, fewer false failures</a:t>
            </a:r>
            <a:endParaRPr lang="en-US" sz="115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3849624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40880" y="377647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tiers absorb most changes; AI only for novel cases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6400800" y="44439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0" y="4773168"/>
            <a:ext cx="2514600" cy="1636776"/>
          </a:xfrm>
          <a:prstGeom prst="roundRect">
            <a:avLst>
              <a:gd name="adj" fmla="val 4469"/>
            </a:avLst>
          </a:prstGeom>
          <a:solidFill>
            <a:srgbClr val="F4F8FB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4956048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04304" y="49469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cs typeface="Arial" pitchFamily="34" charset="-120"/>
              </a:rPr>
              <a:t>Timing optimization</a:t>
            </a:r>
          </a:p>
        </p:txBody>
      </p:sp>
      <p:sp>
        <p:nvSpPr>
          <p:cNvPr id="35" name="Text 25"/>
          <p:cNvSpPr/>
          <p:nvPr/>
        </p:nvSpPr>
        <p:spPr>
          <a:xfrm>
            <a:off x="6601968" y="5358384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timings and testing the average time taken for various types of locators and AI healing.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9098280" y="44439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9098280" y="4773168"/>
            <a:ext cx="2514600" cy="1636776"/>
          </a:xfrm>
          <a:prstGeom prst="roundRect">
            <a:avLst>
              <a:gd name="adj" fmla="val 4469"/>
            </a:avLst>
          </a:prstGeom>
          <a:solidFill>
            <a:srgbClr val="F4F8FB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9448" y="4956048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665208" y="4937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traversal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299448" y="52852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across nested frame contexts.</a:t>
            </a:r>
            <a:endParaRPr lang="en-US" sz="95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9448" y="5779008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665208" y="57607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</a:t>
            </a:r>
            <a:endParaRPr lang="en-US" sz="1150" dirty="0"/>
          </a:p>
        </p:txBody>
      </p:sp>
      <p:sp>
        <p:nvSpPr>
          <p:cNvPr id="43" name="Text 31"/>
          <p:cNvSpPr/>
          <p:nvPr/>
        </p:nvSpPr>
        <p:spPr>
          <a:xfrm>
            <a:off x="9299448" y="6108192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Piercing shadow roots where standard locators fail.</a:t>
            </a:r>
            <a:endParaRPr lang="en-US" sz="950" dirty="0"/>
          </a:p>
        </p:txBody>
      </p:sp>
      <p:sp>
        <p:nvSpPr>
          <p:cNvPr id="44" name="Text 32"/>
          <p:cNvSpPr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 against a live staging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Architecture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Three-tier resolution &amp; healing flow — DB primary  →  smart locators  →  AI healing, with heal write-back to the locator store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home/claude/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02867"/>
            <a:ext cx="5609492" cy="4962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193</Words>
  <Application>Microsoft Office PowerPoint</Application>
  <PresentationFormat>Widescreen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poeyahmozhi tholkappian</cp:lastModifiedBy>
  <cp:revision>4</cp:revision>
  <dcterms:created xsi:type="dcterms:W3CDTF">2026-06-12T09:48:16Z</dcterms:created>
  <dcterms:modified xsi:type="dcterms:W3CDTF">2026-06-12T10:22:12Z</dcterms:modified>
</cp:coreProperties>
</file>